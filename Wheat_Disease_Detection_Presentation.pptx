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9144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Wheat 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7D2FE"/>
                </a:solidFill>
              </a:rPr>
              <a:t>Wheat Disease Detection System using Deep Learning (ResNet50)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3657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B4FC"/>
                </a:solidFill>
              </a:rPr>
              <a:t>A Final Year Project |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Wheat diseases like Leaf Rust, Loose Smut &amp; Crown Rot destroy millions of tonnes annually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Manual inspection by farm experts is slow, expensive &amp; subjective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Visual similarity between diseases causes frequent misdiagnosis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Rural farmers lack access to trained pathologists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5584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No digital record-keeping of field disease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Build a ResNet50-based model for wheat disease classification (5 classes)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Achieve &gt; 90% prediction accuracy using Transfer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Deploy as a Flask web application with an intuitive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Implement disease severity estimation (Spread % + Severity Level)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5584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Provide expert treatment recommendations for each disease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587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Build a secure login system with role-based access (Admin/User)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Store disease scan history per user in SQLite 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023360" cy="4297680"/>
          </a:xfrm>
          <a:prstGeom prst="rect">
            <a:avLst/>
          </a:prstGeom>
          <a:solidFill>
            <a:srgbClr val="F3F4F6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38CA"/>
                </a:solidFill>
              </a:rPr>
              <a:t>AI &amp;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4767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ResNet50 — Deep Learning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9631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TensorFlow / Keras — ML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04495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Python Flask — Web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9359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NumPy — Array 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14223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SQLite — 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69087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Werkzeug — Security &amp; Hashing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143000"/>
            <a:ext cx="4023360" cy="4297680"/>
          </a:xfrm>
          <a:prstGeom prst="rect">
            <a:avLst/>
          </a:prstGeom>
          <a:solidFill>
            <a:srgbClr val="F3F4F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234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Frontend &amp;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94767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7830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HTML5 + CSS3 + JavaScript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249631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331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Bootstrap Icons Library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04495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8803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Google Fonts (Inter)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359359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3429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Google Translate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14223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39776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Python-PPTX (this script!)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469087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4526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Git — Version Control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User uploads leaf image via Browser (HTML5 drag-and-drop UI)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Flask Backend receives image at /predict REST API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Image preprocessed: Resize 224×224 → Normalize (ResNet50 standard)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ResNet50 model returns 5-class probability vector via model.predict()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5584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np.argmax() identifies the highest-probability disease 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587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Disease info (symptoms, treatment) retrieved from expert knowledge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Result returned as JSON → Frontend renders diagnosis cards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ResNet50 — The AI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ResNet50 = Residual Network with 50 layers (He et al., CVPR 2016)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Skip Connections solve the Vanishing Gradient Problem in deep networks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Pre-trained on ImageNet (14 million images) — Transfer Learning applied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Phase 1: Base layers frozen → Custom head trained (10 epochs, LR=0.001)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5584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Phase 2: Top 40 layers unfrozen → Fine-tuned (50 epochs, LR=0.00001)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587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Custom Head: GlobalAvgPool → Dense(1024) → Dropout(0.5) → Dense(5 softmax)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Focal Loss used to handle class imbalance in training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Detected Disease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023360" cy="4297680"/>
          </a:xfrm>
          <a:prstGeom prst="rect">
            <a:avLst/>
          </a:prstGeom>
          <a:solidFill>
            <a:srgbClr val="F3F4F6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38CA"/>
                </a:solidFill>
              </a:rPr>
              <a:t>Disease Classes (5 Total)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4767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🌱 Healthy Wheat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9631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🟠 Leaf Rust (Puccinia triticina)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04495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⚫ Wheat Loose Smut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9359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🟤 Crown and Root Rot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14223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❓ Unknown (low confidence)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143000"/>
            <a:ext cx="4023360" cy="4297680"/>
          </a:xfrm>
          <a:prstGeom prst="rect">
            <a:avLst/>
          </a:prstGeom>
          <a:solidFill>
            <a:srgbClr val="F3F4F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234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Model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94767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7830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Input: 224 × 224 × 3 pixel image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49631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331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Output: 5-class probability vector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304495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8803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Accuracy: &gt; 90% on validation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59359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429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Healthy Wheat confidence: &gt; 95%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414223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39776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Inference Time: 200–500 ms (CPU)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690872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4526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Augmentation: rotation, zoom, flip, brightness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Application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🔐 Secure Login/Register with Bcrypt password hashing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📸 Upload wheat leaf image (JPG/PNG) for instant diagnosis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📊 Disease probability bar chart for all 5 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⚠️ Severity Estimation: Low → Medium → High → Critical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5584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💊 Expert Treatment Card: Symptoms, Medicine, Prevention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587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📜 Scan History: Track past diagnoses per 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👑 Admin Panel: View all users and all scan histories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646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🌐 Google Translate integration for multilingual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Disease Severity Estimation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Novel heuristic logic built on top of model confidence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Formula: Spread % = Base_Factor[Disease] × Confidence_Score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Aggressive diseases (e.g., Loose Smut) get higher Base_Factor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Spread 0%   → 🟢 Healthy (No action needed)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5584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Spread &lt; 15% → 🟡 Low Severity (Monitor)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587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Spread &lt; 40% → 🟠 Medium Severity (Treat Soon)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Spread &lt; 70% → 🔴 High Severity (Urgent Treatment)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646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Spread &gt; 70% → ⛔ Critical (Immediate Action Required)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Challenges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Challenge: Keras version mismatch (batch_shape error) → Sol: Custom build_model() rebuilds architecture, weights loaded separately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Challenge: Class imbalance (few Healthy images) → Sol: Focal Loss + Balanced weights + 1.5× boost for minority 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Challenge: Overfitting on small dataset → Sol: Heavy augmentation (±40° rotation, zoom±30%, brightness 70-130%)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Challenge: Ambiguous images (poor lighting) → Sol: Return top-5 probabilities; correct class in top-2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5584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Challenge: Admin vs User security → Sol: New users forcibly assigned 'user' role server-side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Testing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TC-001: User Registration → ✅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TC-002: Duplicate Registration Check → ✅ 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TC-003: Valid Login → ✅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TC-004: Invalid Password Rejection → ✅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5584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TC-007: Healthy Wheat Detection → ✅ PASS (&gt;95% confidence)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587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TC-008: Leaf Rust Detection → ✅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TC-009: Wheat Loose Smut Detection → ✅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646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TC-011: End-to-End Workflow (Register→Login→Upload→Result) → ✅ 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74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📱 Mobile App: TensorFlow Lite + React Native for offline field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🚁 Drone Integration: Connect /predict API to agricultural UAVs for aerial scanning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🌐 Multilingual: Hindi, Punjabi, Telugu translations via Flask-Babel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🔄 Active Learning: User-corrected predictions used to retrain the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5584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🗺️ Disease Heatmap: GPS-tagged disease outbreak mapping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5876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☁️ Cloud Deployment: Host on AWS/GCP with auto-scaling for large farms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82296" cy="8229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</a:rPr>
              <a:t>🏥 Integration: Connect with government agricultural disease tracking portals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Wheat Vision AI  |  Wheat Disease Detection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9144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7D2FE"/>
                </a:solidFill>
              </a:rPr>
              <a:t>Wheat Vision AI — Wheat Disease Detection System
Built with ResNet50 + Flask +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3657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B4FC"/>
                </a:solidFill>
              </a:rPr>
              <a:t>Questions? We are happy to explain any part of the system!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